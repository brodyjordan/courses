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4" r:id="rId5"/>
    <p:sldId id="263" r:id="rId6"/>
    <p:sldId id="262" r:id="rId7"/>
    <p:sldId id="261" r:id="rId8"/>
    <p:sldId id="260" r:id="rId9"/>
    <p:sldId id="259" r:id="rId10"/>
    <p:sldId id="25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5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42A61-9E21-38D7-A48D-F5CA9F0978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BC8367-3F15-5333-0AB4-A772480328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EAA2C4-C86F-F124-D1FB-741988A91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1CB06-1CCF-467D-87C7-E5C883B30C16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FFA0CE-2993-8168-7E0E-F7D4AD813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6A2059-A744-DD0B-1DBD-892E5F0EA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8A24B-0301-4721-B41E-979E8773D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87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1C17F-2FC7-7140-21D9-A11A92C60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BC2C7-0294-00EB-4629-B80DE3435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B996B-0420-6540-78C7-02586208F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1CB06-1CCF-467D-87C7-E5C883B30C16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ABEE0-B655-05CC-D425-29CE73A10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9FF0F-ADB2-DFCB-63C4-B3892D645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8A24B-0301-4721-B41E-979E8773D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683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4A80C-E3E5-C0A5-52F0-008E8A545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896DC-3A63-9EC4-0D90-917F077FE6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22E06-510D-60BD-BE8E-4688F60D4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1CB06-1CCF-467D-87C7-E5C883B30C16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E6C91-FE1A-D8EE-64BC-E835FBDA2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33C3B-C505-C965-7899-60277F17B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8A24B-0301-4721-B41E-979E8773D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719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B8C6E-5955-BB11-966B-1BD62CD82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68B1A-6453-18EF-E444-F3BD0AD7A8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63DE74-D77A-6BBB-9E91-7A7904B7A3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FC47BF-3D33-9F53-6D53-7D9A905BA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1CB06-1CCF-467D-87C7-E5C883B30C16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26B483-74A3-910B-B25E-CE1C0A06E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4FBE18-AAFD-7BFE-B9FD-2C35196CA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8A24B-0301-4721-B41E-979E8773D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661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5A0B3-A0C6-4F8F-3A3A-D678C2461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D4A425-F011-EF1C-1567-4294FD06A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978D91-998B-2CB8-D2EF-F968F3714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F09373-97B9-FD10-CA4A-8DF8850AD1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64C291-4350-C5CA-C8B7-DA50DDFD56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354EA8-6709-3298-9BE4-2E62BA4EC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1CB06-1CCF-467D-87C7-E5C883B30C16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5858D3-0C8A-FA42-46BD-E92719457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B69984-68B9-F5B5-0DD1-CE6D16AC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8A24B-0301-4721-B41E-979E8773D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697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83945-52C8-091A-DADB-1FCBEE539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58BDCC-180C-A6D0-263A-330C1A7C9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1CB06-1CCF-467D-87C7-E5C883B30C16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A22BFD-02BF-DDEC-767B-84748C1EF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20B4E9-0EE6-FBFF-6559-271D82A66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8A24B-0301-4721-B41E-979E8773D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449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B7A55C-0DBB-8B32-0B67-5B6041226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1CB06-1CCF-467D-87C7-E5C883B30C16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588192-E32D-8281-DBCB-CF766A4A9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91A18E-3DC3-8C91-72F7-08D07EFB0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8A24B-0301-4721-B41E-979E8773D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894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85BDD-BCB9-A6EA-C124-5AE8D7003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3405B-CBB6-A256-BB49-5EAAA86AC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333755-7A73-74A1-3BA8-97F168A463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84B18-649D-B18C-A228-39A1255E4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1CB06-1CCF-467D-87C7-E5C883B30C16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781F51-F730-D988-9B4D-9BEC98A0B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A4A508-6E58-C016-E472-0B311C9E9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8A24B-0301-4721-B41E-979E8773D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663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DE9D3-04C8-56F6-D76E-72509E3B3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7C03D1-0A26-2A6A-E97C-0416E70827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418537-0DC3-7C4A-B815-BB18003816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C58246-34BC-82F5-7013-A7DBFF8D2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1CB06-1CCF-467D-87C7-E5C883B30C16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FA4E04-29A5-E5FC-98F8-7846BCD2D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2EEAD4-83C8-70D9-A425-B7E373C91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8A24B-0301-4721-B41E-979E8773D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412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40D3-79B5-702D-6ACF-C39492F2C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956A4B-22CB-A303-83CD-342F522301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F301F-F035-1414-7306-B197FCD15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1CB06-1CCF-467D-87C7-E5C883B30C16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D47CDD-BFA7-93B1-4FDC-FB1083596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87F6C-E786-E2EB-A6AB-5F9A2371A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8A24B-0301-4721-B41E-979E8773D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108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2FF1DB-DDFE-4CB1-22EE-49BE7A553D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B353FD-7A04-9F6E-AB76-5AD0653F5D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1E035-7DC5-3FCD-8A10-51A4A249D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1CB06-1CCF-467D-87C7-E5C883B30C16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AA611-C55E-F0CE-D111-63567779E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C2C457-EB2C-0B61-A4C2-474A8A3C9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8A24B-0301-4721-B41E-979E8773D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507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6485FF-E896-6B57-EC4E-F68FE53ED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172B6F-713E-93C4-EE46-793D1910ED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F23BF-B955-1AA3-80FD-3CFA058ED7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01CB06-1CCF-467D-87C7-E5C883B30C16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EF7FD-1CDF-3918-C1F7-9B94050974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98627-C5EA-8E3D-99C5-A17A5BA86A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68A24B-0301-4721-B41E-979E8773D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034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6CDDA-7DC2-084E-AF67-71E174061C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HART – </a:t>
            </a:r>
            <a:r>
              <a:rPr lang="en-US" dirty="0" err="1"/>
              <a:t>sd</a:t>
            </a:r>
            <a:r>
              <a:rPr lang="en-US"/>
              <a:t>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A18F44-16C5-C6DB-769D-3CD07E72BB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ECEN-689 Paper Presentation</a:t>
            </a:r>
          </a:p>
          <a:p>
            <a:r>
              <a:rPr lang="en-US" dirty="0"/>
              <a:t>Spring 2026</a:t>
            </a:r>
          </a:p>
          <a:p>
            <a:r>
              <a:rPr lang="en-US" dirty="0"/>
              <a:t>Brody Jordan</a:t>
            </a:r>
          </a:p>
        </p:txBody>
      </p:sp>
    </p:spTree>
    <p:extLst>
      <p:ext uri="{BB962C8B-B14F-4D97-AF65-F5344CB8AC3E}">
        <p14:creationId xmlns:p14="http://schemas.microsoft.com/office/powerpoint/2010/main" val="3961726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3168D-A629-8732-1F34-E552E33B3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396FD-64D0-E98E-D700-EDBD78BEFD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363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4B31C-D6C3-59E2-8CED-E57B37540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13777-E7BE-786B-807A-2456DD030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6A75B-9FEB-D3DA-F04B-49EC19D4A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082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0F992-F50A-E0DD-A633-C780B5988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496E8-8678-39A3-FA41-1EEB27705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6575F-A256-3D7B-3763-B2B27465AB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541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5ED12-C9A5-B966-84F7-CA77A9A86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A3954-3ED6-7C5E-D5DA-1BE31396A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3AFC1-67C4-7A01-1BB1-8727FECDE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89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82739-1BE7-98F1-EA35-772A88CA5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46B3C-3219-7F19-3F82-081816BBC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F726D-6753-DD5E-E288-1C8164E72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731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D31F3-B359-4F3C-2A76-726A312B6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F9DF8-07FC-3399-4B45-93B18525B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2F80D-877C-6608-C558-97616203D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203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46EBD-B3D3-7327-25AB-12E3B57AF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72B66-EC78-E040-161E-ABAFCE6AF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47BA5-CD65-72A4-D516-90C829218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8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B8435-2649-499D-20F0-09C817424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F8AA8-F7F0-DD17-971B-9882A1355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352A6-3190-44DA-B139-ABE2BA13E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500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A3081-5499-858A-7CCC-DBC24500A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CF219-BF5B-3206-A055-0FC21EEFF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3AA6B-7DBB-676E-7B8C-F25F51124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267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</Words>
  <Application>Microsoft Office PowerPoint</Application>
  <PresentationFormat>Widescreen</PresentationFormat>
  <Paragraphs>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HART – sd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Jordan, Brody</dc:creator>
  <cp:lastModifiedBy>Jordan, Brody</cp:lastModifiedBy>
  <cp:revision>1</cp:revision>
  <dcterms:created xsi:type="dcterms:W3CDTF">2026-02-25T18:38:38Z</dcterms:created>
  <dcterms:modified xsi:type="dcterms:W3CDTF">2026-02-25T18:45:16Z</dcterms:modified>
</cp:coreProperties>
</file>